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46320" cy="68580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058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IIT TECH MEET 15.0  ·  PREPATHON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60320" cy="13716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Customer 360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8C8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Proactive Intervention Desk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Processing Track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0" y="32004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multi-agent systems that continuously reason over live customer event streams and decide concrete interventions.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0" y="6035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IIT (BHU)  ·  SNTC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DOMAIN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Traditional Customer 360 Fails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" cy="3291840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Passive Dashboards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profiles exist, but humans must log in, synthesize signals, and decide. At scale this is impossible.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137160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1371600"/>
            <a:ext cx="73152" cy="3291840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002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Missed Signals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0" y="27432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Subtle compounding patterns — engagement drop + negative sentiment + unusual spend — are routinely missed until too late.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137160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0" y="1371600"/>
            <a:ext cx="73152" cy="3291840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6002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Continuous Reasoning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21040" y="27432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aggregate data. They do not continuously reason or act. Visibility does not equal action.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Customer 360 — Proactive Intervention Desk  |  Prepathon 2026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GOAL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Accountable Decisions, Not Just Insights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must be accountable for a specific, committed decision — not a general sense of awareness.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ACTIONS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action — explicit decision not to intervene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retention outreach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Relationship-manager escalation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offer (loan, credit, investment)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/ service intervention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/ fraud hold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0" y="1828800"/>
            <a:ext cx="5029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1828800"/>
            <a:ext cx="73152" cy="4114800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05740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360920" y="2103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EVOLVING LIFE PHASE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0" y="26517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must maintain an accurate, continuously updated understanding of the customer’s current life event, inferred from patterns of transactions and actions.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0" y="42976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child  ·  Marriage  ·  Job change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Relocation  ·  Financial distress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  ·  Wealth windfall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Customer 360 — Proactive Intervention Desk  |  Prepathon 2026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TRUST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Non-Negotiable Architectural Components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25880"/>
            <a:ext cx="5394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73152" cy="2057400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45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240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must cite sources and logic. Black-box outputs are unacceptable.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1325880"/>
            <a:ext cx="5394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1325880"/>
            <a:ext cx="73152" cy="2057400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00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645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Traceability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2240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 of every tool call, retrieval, handoff and API request.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3611880"/>
            <a:ext cx="5394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3611880"/>
            <a:ext cx="73152" cy="2057400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862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931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Guardrails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22960" y="4526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Hard-coded deterministic rules that override the agent in high-risk cases.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217920" y="3611880"/>
            <a:ext cx="5394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17920" y="3611880"/>
            <a:ext cx="73152" cy="2057400"/>
          </a:xfrm>
          <a:prstGeom prst="rect">
            <a:avLst/>
          </a:prstGeom>
          <a:solidFill>
            <a:srgbClr val="EE322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8862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95160" y="3931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492240" y="4526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blocking checkpoint before any irreversible or high-cost action.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Customer 360 — Proactive Intervention Desk  |  Prepathon 2026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AGENTS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Always-On Reasoning, Not Chatbots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do not wait for a human prompt. They are triggered by the environment itself.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73152" cy="118872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1965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Event-Based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2331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the moment a specific event arrives — new ticket, large transfer, failed login. Fast-path, real-time.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108960"/>
            <a:ext cx="73152" cy="118872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37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3291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Time-Based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3657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 a fixed cadence regardless of events — 30-day health check, nightly rollup. Catch slow-building patterns.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434840"/>
            <a:ext cx="73152" cy="118872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663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4617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Agent-Dependent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983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only after other agents publish correlated findings. Turns weak signals into strong ones.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Customer 360 — Proactive Intervention Desk  |  Prepathon 2026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Hybrid Multi-Agent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Streaming Ingestion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transforms, rolling aggregates, anomaly scores, late-event handling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Swarm Agents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606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· Support · Transaction · KYC — parallel, independent signal extraction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6676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Shared State Board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2606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per-customer memory (working + episodic + semantic)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77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240" y="4480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Life-Event + Synthesis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4937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Agent-dependent correlation → coherent customer state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370332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977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0" y="4480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Offer / Action + Critique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4937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intervention → compliance &amp; cost review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38160" y="370332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3977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366760" y="4480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Guardrails + HITL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66760" y="4937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stop conditions + real human approval checkpoint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Customer 360 — Proactive Intervention Desk  |  Prepathon 2026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&amp; SCORING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Must Be Produced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OUTPUT SCHEMA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inferred_state  (life-event or risk category)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confidence_band  (low / medium / high)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action  (from bounded set)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hitl_status  (auto / escalated / approved…)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as_of_time  + notes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280160"/>
            <a:ext cx="52120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280160"/>
            <a:ext cx="73152" cy="448056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WEIGHTS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Novelty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0" y="3291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Non-Negotiable Components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75120" y="4572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&amp; Architecture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0" y="4572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Customer 360 — Proactive Intervention Desk  |  Prepathon 2026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REQUIREMENT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286000" cy="13716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ambient multi-agent system that continuously reasons over a live customer event stream, maintains an evolving life-event understanding, and produces accountable, explainable interventions from a bounded action set — with real guardrails and human-in-the-loop.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flashy UI required. A working end-to-end pipeline that emits the required checkpoint schema is sufficient.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IIT TECH MEET 15.0  ·  NLP TRACK  ·  PREPATHON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Customer 360 — Problem Statement</dc:title>
  <dc:subject>PptxGenJS Presentation</dc:subject>
  <dc:creator>Inter IIT Tech Meet 15.0</dc:creator>
  <cp:lastModifiedBy>Inter IIT Tech Meet 15.0</cp:lastModifiedBy>
  <cp:revision>1</cp:revision>
  <dcterms:created xsi:type="dcterms:W3CDTF">2026-09-29T16:34:44Z</dcterms:created>
  <dcterms:modified xsi:type="dcterms:W3CDTF">2026-09-29T16:34:44Z</dcterms:modified>
</cp:coreProperties>
</file>